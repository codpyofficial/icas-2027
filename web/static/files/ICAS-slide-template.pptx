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ICAS template: its use is mandatory for all presentations. Replace the title, speaker and track; keep the layout, colours, emblem and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slide: duplicate it for each topic. Use 18 pt or larger.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use between workshop milestones or parts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Two-column slide: replace the grey box with your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840480" cy="38404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12064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Presentation title</a:t>
            </a:r>
          </a:p>
        </p:txBody>
      </p:sp>
      <p:sp>
        <p:nvSpPr>
          <p:cNvPr id="4" name="Speaker"/>
          <p:cNvSpPr txBox="1"/>
          <p:nvPr/>
        </p:nvSpPr>
        <p:spPr>
          <a:xfrm>
            <a:off x="5120640" y="34747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9EA"/>
                </a:solidFill>
                <a:latin typeface="Arial"/>
              </a:rPr>
              <a:t>Speaker name · Affiliation</a:t>
            </a:r>
          </a:p>
        </p:txBody>
      </p:sp>
      <p:sp>
        <p:nvSpPr>
          <p:cNvPr id="5" name="Track"/>
          <p:cNvSpPr txBox="1"/>
          <p:nvPr/>
        </p:nvSpPr>
        <p:spPr>
          <a:xfrm>
            <a:off x="5120640" y="4114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94B"/>
                </a:solidFill>
                <a:latin typeface="Arial"/>
              </a:rPr>
              <a:t>Paper with workshop · Paper without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6035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6DC"/>
                </a:solidFill>
                <a:latin typeface="Arial"/>
              </a:rPr>
              <a:t>ICAS 2027 · International Conference on Autonomous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2C55"/>
                </a:solidFill>
                <a:latin typeface="Arial"/>
              </a:rPr>
              <a:t>Slide title</a:t>
            </a:r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8"/>
                </a:solidFill>
                <a:latin typeface="Arial"/>
              </a:rPr>
              <a:t>ICAS 2027 · International Conference on Autonomous System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486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First key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Second key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Third key point — keep slides short and readable from the back of the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6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Section title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Workshop milestone or talk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2C55"/>
                </a:solidFill>
                <a:latin typeface="Arial"/>
              </a:rPr>
              <a:t>Text and figure</a:t>
            </a:r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8"/>
                </a:solidFill>
                <a:latin typeface="Arial"/>
              </a:rPr>
              <a:t>ICAS 2027 · International Conference on Autonomous System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Explain the idea on the left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Show the result on the right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One message per slide</a:t>
            </a:r>
          </a:p>
        </p:txBody>
      </p:sp>
      <p:sp>
        <p:nvSpPr>
          <p:cNvPr id="6" name="Figure placeholder"/>
          <p:cNvSpPr/>
          <p:nvPr/>
        </p:nvSpPr>
        <p:spPr>
          <a:xfrm>
            <a:off x="6309360" y="1463040"/>
            <a:ext cx="5303520" cy="4389120"/>
          </a:xfrm>
          <a:prstGeom prst="roundRect">
            <a:avLst/>
          </a:prstGeom>
          <a:solidFill>
            <a:srgbClr val="F4F6FA"/>
          </a:solidFill>
          <a:ln>
            <a:solidFill>
              <a:srgbClr val="C5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B6878"/>
                </a:solidFill>
                <a:latin typeface="Arial"/>
              </a:rPr>
              <a:t>Insert figure, video or code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731520"/>
            <a:ext cx="2286000" cy="2286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Thank you — questions?</a:t>
            </a:r>
          </a:p>
        </p:txBody>
      </p:sp>
      <p:sp>
        <p:nvSpPr>
          <p:cNvPr id="4" name="Contact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FD9EA"/>
                </a:solidFill>
                <a:latin typeface="Arial"/>
              </a:rPr>
              <a:t>name@example.org · github.com/your-project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9C6DC"/>
                </a:solidFill>
                <a:latin typeface="Arial"/>
              </a:rPr>
              <a:t>ICAS 2027 · International Conference on Autonomous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ICAS 2027 official presentation template</dc:title>
  <dc:subject>Mandatory slide template for all ICAS presentations</dc:subject>
  <dc:creator>ICAS Organizing Committee</dc:creator>
  <cp:keywords/>
  <dc:description/>
  <cp:lastModifiedBy>ICAS Organizing Committee</cp:lastModifiedBy>
  <cp:revision>1</cp:revision>
  <dcterms:created xsi:type="dcterms:W3CDTF">2013-01-27T09:14:16Z</dcterms:created>
  <dcterms:modified xsi:type="dcterms:W3CDTF">2013-01-27T09:15:58Z</dcterms:modified>
  <cp:category/>
</cp:coreProperties>
</file>